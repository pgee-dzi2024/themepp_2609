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5" r:id="rId6"/>
    <p:sldId id="259" r:id="rId7"/>
    <p:sldId id="260" r:id="rId8"/>
    <p:sldId id="261" r:id="rId9"/>
    <p:sldId id="262" r:id="rId10"/>
    <p:sldId id="264" r:id="rId11"/>
    <p:sldId id="266" r:id="rId12"/>
  </p:sldIdLst>
  <p:sldSz cx="18288000" cy="10287000"/>
  <p:notesSz cx="6858000" cy="9144000"/>
  <p:embeddedFontLst>
    <p:embeddedFont>
      <p:font typeface="DM Serif Display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Open Sauce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048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485814" y="611768"/>
            <a:ext cx="9316373" cy="39484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</a:p>
          <a:p>
            <a:pPr algn="ctr">
              <a:lnSpc>
                <a:spcPts val="3919"/>
              </a:lnSpc>
            </a:pPr>
            <a:endParaRPr lang="en-US" sz="2799">
              <a:solidFill>
                <a:srgbClr val="000000"/>
              </a:solidFill>
              <a:latin typeface="DM Serif Display"/>
              <a:ea typeface="DM Serif Display"/>
              <a:cs typeface="DM Serif Display"/>
              <a:sym typeface="DM Serif Display"/>
            </a:endParaRPr>
          </a:p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по професия код 481030„Приложен програмист“</a:t>
            </a:r>
          </a:p>
          <a:p>
            <a:pPr algn="ctr">
              <a:lnSpc>
                <a:spcPts val="3919"/>
              </a:lnSpc>
            </a:pPr>
            <a:r>
              <a:rPr lang="en-US" sz="27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специалност код код 4810301„Приоложно програмиране“</a:t>
            </a:r>
          </a:p>
          <a:p>
            <a:pPr algn="ctr">
              <a:lnSpc>
                <a:spcPts val="3919"/>
              </a:lnSpc>
            </a:pPr>
            <a:endParaRPr lang="en-US" sz="2799">
              <a:solidFill>
                <a:srgbClr val="000000"/>
              </a:solidFill>
              <a:latin typeface="DM Serif Display"/>
              <a:ea typeface="DM Serif Display"/>
              <a:cs typeface="DM Serif Display"/>
              <a:sym typeface="DM Serif Display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4180543" y="5328331"/>
            <a:ext cx="9926914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ТЕМА: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400" spc="240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„ГЕНЕРАТОР НА PDF ДОКУМЕНТИ/СЕРТИФИКАТИ”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18762" y="8964295"/>
            <a:ext cx="3450476" cy="54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ДИПЛОМАНТ: НИКОЛИНА ДАКОВА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611768"/>
            <a:ext cx="1111372" cy="13146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8303" y="19050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3" name="Group 3"/>
          <p:cNvGrpSpPr/>
          <p:nvPr/>
        </p:nvGrpSpPr>
        <p:grpSpPr>
          <a:xfrm>
            <a:off x="1166399" y="3529532"/>
            <a:ext cx="5026555" cy="4988042"/>
            <a:chOff x="0" y="0"/>
            <a:chExt cx="4489857" cy="4489857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489857" cy="4489857"/>
            </a:xfrm>
            <a:custGeom>
              <a:avLst/>
              <a:gdLst/>
              <a:ahLst/>
              <a:cxnLst/>
              <a:rect l="l" t="t" r="r" b="b"/>
              <a:pathLst>
                <a:path w="4489857" h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4466866"/>
                  </a:lnTo>
                  <a:cubicBezTo>
                    <a:pt x="4489857" y="4479564"/>
                    <a:pt x="4479564" y="4489857"/>
                    <a:pt x="4466866" y="4489857"/>
                  </a:cubicBezTo>
                  <a:lnTo>
                    <a:pt x="22991" y="4489857"/>
                  </a:lnTo>
                  <a:cubicBezTo>
                    <a:pt x="10293" y="4489857"/>
                    <a:pt x="0" y="4479564"/>
                    <a:pt x="0" y="4466866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4489857" cy="45374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7" name="Group 7"/>
          <p:cNvGrpSpPr/>
          <p:nvPr/>
        </p:nvGrpSpPr>
        <p:grpSpPr>
          <a:xfrm>
            <a:off x="6675120" y="3529532"/>
            <a:ext cx="5026555" cy="5026555"/>
            <a:chOff x="0" y="0"/>
            <a:chExt cx="4489857" cy="448985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489857" cy="4489857"/>
            </a:xfrm>
            <a:custGeom>
              <a:avLst/>
              <a:gdLst/>
              <a:ahLst/>
              <a:cxnLst/>
              <a:rect l="l" t="t" r="r" b="b"/>
              <a:pathLst>
                <a:path w="4489857" h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4466866"/>
                  </a:lnTo>
                  <a:cubicBezTo>
                    <a:pt x="4489857" y="4479564"/>
                    <a:pt x="4479564" y="4489857"/>
                    <a:pt x="4466866" y="4489857"/>
                  </a:cubicBezTo>
                  <a:lnTo>
                    <a:pt x="22991" y="4489857"/>
                  </a:lnTo>
                  <a:cubicBezTo>
                    <a:pt x="10293" y="4489857"/>
                    <a:pt x="0" y="4479564"/>
                    <a:pt x="0" y="4466866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4489857" cy="45374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095047" y="3529532"/>
            <a:ext cx="5026555" cy="4988042"/>
            <a:chOff x="0" y="0"/>
            <a:chExt cx="4489857" cy="4489857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489857" cy="4489857"/>
            </a:xfrm>
            <a:custGeom>
              <a:avLst/>
              <a:gdLst/>
              <a:ahLst/>
              <a:cxnLst/>
              <a:rect l="l" t="t" r="r" b="b"/>
              <a:pathLst>
                <a:path w="4489857" h="4489857">
                  <a:moveTo>
                    <a:pt x="22991" y="0"/>
                  </a:moveTo>
                  <a:lnTo>
                    <a:pt x="4466866" y="0"/>
                  </a:lnTo>
                  <a:cubicBezTo>
                    <a:pt x="4479564" y="0"/>
                    <a:pt x="4489857" y="10293"/>
                    <a:pt x="4489857" y="22991"/>
                  </a:cubicBezTo>
                  <a:lnTo>
                    <a:pt x="4489857" y="4466866"/>
                  </a:lnTo>
                  <a:cubicBezTo>
                    <a:pt x="4489857" y="4479564"/>
                    <a:pt x="4479564" y="4489857"/>
                    <a:pt x="4466866" y="4489857"/>
                  </a:cubicBezTo>
                  <a:lnTo>
                    <a:pt x="22991" y="4489857"/>
                  </a:lnTo>
                  <a:cubicBezTo>
                    <a:pt x="10293" y="4489857"/>
                    <a:pt x="0" y="4479564"/>
                    <a:pt x="0" y="4466866"/>
                  </a:cubicBezTo>
                  <a:lnTo>
                    <a:pt x="0" y="22991"/>
                  </a:lnTo>
                  <a:cubicBezTo>
                    <a:pt x="0" y="10293"/>
                    <a:pt x="10293" y="0"/>
                    <a:pt x="22991" y="0"/>
                  </a:cubicBezTo>
                  <a:close/>
                </a:path>
              </a:pathLst>
            </a:custGeom>
            <a:solidFill>
              <a:srgbClr val="FFFFFF">
                <a:alpha val="49804"/>
              </a:srgbClr>
            </a:solidFill>
            <a:ln w="28575" cap="sq">
              <a:solidFill>
                <a:srgbClr val="000000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4489857" cy="453748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671125" y="9142095"/>
            <a:ext cx="3450476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4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6398" y="3558924"/>
            <a:ext cx="5026556" cy="3471482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120" y="3558923"/>
            <a:ext cx="5026555" cy="3471484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5047" y="3558922"/>
            <a:ext cx="5026554" cy="347148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2657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13671125" y="9142095"/>
            <a:ext cx="3450476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10</a:t>
            </a:r>
          </a:p>
        </p:txBody>
      </p:sp>
      <p:sp>
        <p:nvSpPr>
          <p:cNvPr id="5" name="AutoShape 5"/>
          <p:cNvSpPr/>
          <p:nvPr/>
        </p:nvSpPr>
        <p:spPr>
          <a:xfrm>
            <a:off x="1175924" y="5715000"/>
            <a:ext cx="1593615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>
            <a:off x="1747424" y="3785659"/>
            <a:ext cx="0" cy="194070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oval" w="lg" len="lg"/>
            <a:tailEnd type="none" w="sm" len="sm"/>
          </a:ln>
        </p:spPr>
      </p:sp>
      <p:sp>
        <p:nvSpPr>
          <p:cNvPr id="7" name="AutoShape 7"/>
          <p:cNvSpPr/>
          <p:nvPr/>
        </p:nvSpPr>
        <p:spPr>
          <a:xfrm>
            <a:off x="5348870" y="5684662"/>
            <a:ext cx="0" cy="194070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oval" w="lg" len="lg"/>
          </a:ln>
        </p:spPr>
      </p:sp>
      <p:sp>
        <p:nvSpPr>
          <p:cNvPr id="8" name="AutoShape 8"/>
          <p:cNvSpPr/>
          <p:nvPr/>
        </p:nvSpPr>
        <p:spPr>
          <a:xfrm>
            <a:off x="9707729" y="3785659"/>
            <a:ext cx="0" cy="194070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oval" w="lg" len="lg"/>
            <a:tailEnd type="none" w="sm" len="sm"/>
          </a:ln>
        </p:spPr>
      </p:sp>
      <p:sp>
        <p:nvSpPr>
          <p:cNvPr id="9" name="AutoShape 9"/>
          <p:cNvSpPr/>
          <p:nvPr/>
        </p:nvSpPr>
        <p:spPr>
          <a:xfrm>
            <a:off x="13309175" y="5684662"/>
            <a:ext cx="0" cy="194070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oval" w="lg" len="lg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TextBox 3"/>
          <p:cNvSpPr txBox="1"/>
          <p:nvPr/>
        </p:nvSpPr>
        <p:spPr>
          <a:xfrm>
            <a:off x="13671125" y="9142095"/>
            <a:ext cx="3450476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3</a:t>
            </a:r>
          </a:p>
        </p:txBody>
      </p:sp>
      <p:sp>
        <p:nvSpPr>
          <p:cNvPr id="4" name="AutoShape 4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AutoShape 3"/>
          <p:cNvSpPr/>
          <p:nvPr/>
        </p:nvSpPr>
        <p:spPr>
          <a:xfrm>
            <a:off x="1166399" y="1028700"/>
            <a:ext cx="687324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13671125" y="9142095"/>
            <a:ext cx="3450476" cy="273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2239"/>
              </a:lnSpc>
              <a:spcBef>
                <a:spcPct val="0"/>
              </a:spcBef>
            </a:pPr>
            <a:r>
              <a:rPr lang="en-US" sz="1599" spc="159">
                <a:solidFill>
                  <a:srgbClr val="000000">
                    <a:alpha val="49804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0"/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485814" y="2933654"/>
            <a:ext cx="9316373" cy="821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Благодаря за вниманието!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48</Words>
  <Application>Microsoft Office PowerPoint</Application>
  <PresentationFormat>Custom</PresentationFormat>
  <Paragraphs>12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DM Serif Display</vt:lpstr>
      <vt:lpstr>Arial</vt:lpstr>
      <vt:lpstr>Calibri</vt:lpstr>
      <vt:lpstr>Open Sauce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Pitch Deck</dc:title>
  <dc:creator>Admin</dc:creator>
  <cp:lastModifiedBy>Admin</cp:lastModifiedBy>
  <cp:revision>3</cp:revision>
  <dcterms:created xsi:type="dcterms:W3CDTF">2006-08-16T00:00:00Z</dcterms:created>
  <dcterms:modified xsi:type="dcterms:W3CDTF">2026-04-22T08:17:57Z</dcterms:modified>
  <dc:identifier>DAHHj0bbqUE</dc:identifier>
</cp:coreProperties>
</file>