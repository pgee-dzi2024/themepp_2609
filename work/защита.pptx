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M Serif Display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uc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-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DB1AA-D1FB-44F9-A451-FC38E02B8B16}" type="datetimeFigureOut">
              <a:rPr lang="bg-BG" smtClean="0"/>
              <a:t>22.4.2026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155CA-47F0-4F3B-9362-9018BFDF32B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015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Системата има за задача автоматизирано генериране на PDF сертификати, като запазва точното оформление на шаблона. Чрез структурирани входни данни се постига повторяемост и коректно попълване на динамични полета за много получатели.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4964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Сертификатите комбинират визуален дизайн (рамки, лого, фон) с точни места за текст (име, курс/тема, дати, номер). Критично е оформлението да остане стабилно при различни стойности и дължини на данните.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05787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Двустъпков подход за PDF генерация</a:t>
            </a:r>
          </a:p>
          <a:p>
            <a:r>
              <a:rPr lang="ru-RU" dirty="0" smtClean="0"/>
              <a:t>Генераторът използва двустъпкова схема: първо се прави „текстов слой“ (прозрачен PDF) с рисуван текст на точни координати, а след това този слой се наслагва върху базовия PDF шаблон. Така се гарантира висока точност и без разминавания при позициониране.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80075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Поддържане на точността на оформлението</a:t>
            </a:r>
          </a:p>
          <a:p>
            <a:r>
              <a:rPr lang="ru-RU" dirty="0" smtClean="0"/>
              <a:t>Точността зависи от коректно зададени координати спрямо PDF координатната система, където началото е в долния ляв ъгъл. Посочва се, че координатите трябва да се нагласят спрямо конкретния дизайн на бланката, за да няма “разместен layout” и препълване.</a:t>
            </a:r>
          </a:p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26411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Алгоритми за позициониране и синхронизация (Preview ↔ PDF)</a:t>
            </a:r>
          </a:p>
          <a:p>
            <a:r>
              <a:rPr lang="ru-RU" dirty="0" smtClean="0"/>
              <a:t>Текстовите полета в браузъра (Live Preview) трябва да се синхронизират с реалните позиции в PDF. Системата изчислява мащаб между изображението в интерфейса и размерите на PDF страницата и преобразува координатите динамично.</a:t>
            </a:r>
          </a:p>
          <a:p>
            <a:endParaRPr lang="ru-RU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8898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Работа с таблични данни (Excel/CSV)</a:t>
            </a:r>
          </a:p>
          <a:p>
            <a:r>
              <a:rPr lang="ru-RU" dirty="0" smtClean="0"/>
              <a:t>Сертификатите се генерират от таблици с участници, което изисква надеждно парсване и нормализиране на данните. Премахват се празни редове и се валидират ключови полета, за да се избегнат грешки при попълването и изписването.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97302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Архитектура и технологичен стек (Backend/Frontend)</a:t>
            </a:r>
          </a:p>
          <a:p>
            <a:r>
              <a:rPr lang="ru-RU" dirty="0" smtClean="0"/>
              <a:t>Решението е реализирано с разделение на роли: бекенд на Django + DRF (REST API, сигурност, обработка и генерация), и фронтенд на Vue.js + axios (интерактивен интерфейс). Така се осигурява производителност, скалируемост и удобен workflow за потребителя.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15556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Интерактивен модул: Drag-and-Drop позициониране</a:t>
            </a:r>
          </a:p>
          <a:p>
            <a:r>
              <a:rPr lang="ru-RU" dirty="0" smtClean="0"/>
              <a:t>В интерфейса потребителят позиционира текстовите полета върху шаблона чрез drag-and-drop. Координатите се преизчисляват в реално време и се използват директно при генерирането на PDF сертификатите.</a:t>
            </a:r>
          </a:p>
          <a:p>
            <a:endParaRPr lang="ru-RU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64537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Сигурност и оптимизации + извод</a:t>
            </a:r>
          </a:p>
          <a:p>
            <a:r>
              <a:rPr lang="ru-RU" dirty="0" smtClean="0"/>
              <a:t>Важни са мерките за сигурност, включително защита от CSRF при заявките към бекенда. Добавени са и оптимизации за производителност чрез in-memory processing и пакетиране в ZIP архив, за да се генерират бързо сертификати дори при по-голям брой участници.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155CA-47F0-4F3B-9362-9018BFDF32B3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605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8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85814" y="611768"/>
            <a:ext cx="9316373" cy="394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по професия код 481030„Приложен програмист“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специалност код код 4810301„Приоложно програмиране“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ТЕМА: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„ГЕНЕРАТОР НА PDF ДОКУМЕНТИ/СЕРТИФИКАТИ”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18762" y="8964295"/>
            <a:ext cx="3450476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ДИПЛОМАНТ: НИКОЛИНА ДАКОВА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611768"/>
            <a:ext cx="1111372" cy="131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03" y="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151158" y="3529532"/>
            <a:ext cx="5026555" cy="4988042"/>
            <a:chOff x="0" y="0"/>
            <a:chExt cx="4489857" cy="44898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675120" y="3529532"/>
            <a:ext cx="5026555" cy="5026555"/>
            <a:chOff x="0" y="0"/>
            <a:chExt cx="4489857" cy="44898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95047" y="3529532"/>
            <a:ext cx="5026555" cy="4988042"/>
            <a:chOff x="0" y="0"/>
            <a:chExt cx="4489857" cy="4489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98" y="3558924"/>
            <a:ext cx="5026556" cy="347148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20" y="3558923"/>
            <a:ext cx="5026555" cy="34714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5047" y="3558922"/>
            <a:ext cx="5026554" cy="34714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46076" y="72009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/>
              <a:t>Сертификат за признателност</a:t>
            </a:r>
            <a:endParaRPr lang="bg-BG" dirty="0"/>
          </a:p>
        </p:txBody>
      </p:sp>
      <p:sp>
        <p:nvSpPr>
          <p:cNvPr id="20" name="TextBox 19"/>
          <p:cNvSpPr txBox="1"/>
          <p:nvPr/>
        </p:nvSpPr>
        <p:spPr>
          <a:xfrm>
            <a:off x="6917754" y="7200900"/>
            <a:ext cx="454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Сертификат за участие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31032" y="7200900"/>
            <a:ext cx="4554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Сертификат за постижение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4" name="AutoShape 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65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id="5" name="AutoShape 5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348870" y="5684662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8" name="AutoShape 8"/>
          <p:cNvSpPr/>
          <p:nvPr/>
        </p:nvSpPr>
        <p:spPr>
          <a:xfrm>
            <a:off x="9707729" y="3785659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309175" y="5684662"/>
            <a:ext cx="0" cy="194070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85814" y="2933654"/>
            <a:ext cx="931637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Благодаря за вниманието!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459</Words>
  <Application>Microsoft Office PowerPoint</Application>
  <PresentationFormat>Custom</PresentationFormat>
  <Paragraphs>40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DM Serif Display</vt:lpstr>
      <vt:lpstr>Arial</vt:lpstr>
      <vt:lpstr>Calibri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Admin</dc:creator>
  <cp:lastModifiedBy>Admin</cp:lastModifiedBy>
  <cp:revision>6</cp:revision>
  <dcterms:created xsi:type="dcterms:W3CDTF">2006-08-16T00:00:00Z</dcterms:created>
  <dcterms:modified xsi:type="dcterms:W3CDTF">2026-04-22T08:40:26Z</dcterms:modified>
  <dc:identifier>DAHHj0bbqUE</dc:identifier>
</cp:coreProperties>
</file>